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0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737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3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7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75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0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5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7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416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Andrew</cp:lastModifiedBy>
  <cp:revision>11</cp:revision>
  <dcterms:created xsi:type="dcterms:W3CDTF">2026-04-13T13:05:42Z</dcterms:created>
  <dcterms:modified xsi:type="dcterms:W3CDTF">2026-04-14T05:54:04Z</dcterms:modified>
</cp:coreProperties>
</file>