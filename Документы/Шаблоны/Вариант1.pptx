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20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267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43737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57399"/>
            <a:ext cx="10515600" cy="41195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157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6116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937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778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5976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2757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0487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51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702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2356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16C5C-9883-4C47-892E-D7923ED30C2C}" type="datetimeFigureOut">
              <a:rPr lang="ru-RU" smtClean="0"/>
              <a:t>14.04.2026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28843-C6C5-4C68-BFDC-285F69A37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157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5573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64168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0</Words>
  <Application>Microsoft Office PowerPoint</Application>
  <PresentationFormat>Широкоэкранный</PresentationFormat>
  <Paragraphs>0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Andrew</dc:creator>
  <cp:lastModifiedBy>Andrew</cp:lastModifiedBy>
  <cp:revision>10</cp:revision>
  <dcterms:created xsi:type="dcterms:W3CDTF">2026-04-13T13:05:42Z</dcterms:created>
  <dcterms:modified xsi:type="dcterms:W3CDTF">2026-04-14T05:51:04Z</dcterms:modified>
</cp:coreProperties>
</file>