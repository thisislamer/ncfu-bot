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2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10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267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43737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57399"/>
            <a:ext cx="10515600" cy="41195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57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11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937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778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976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757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487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1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702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3568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157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NCFU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Система учёта мероприятий и посещаемости СКФУ</a:t>
            </a:r>
          </a:p>
          <a:p/>
          <a:p>
            <a:r>
              <a:t>Команда «Фермеры»</a:t>
            </a:r>
          </a:p>
          <a:p>
            <a:r>
              <a:t>Кейс: Регистрация и учёт мероприятий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Команда «Фермеры»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Мангушев Максим Андреевич — капитан</a:t>
            </a:r>
          </a:p>
          <a:p>
            <a:pPr lvl="1">
              <a:defRPr sz="1600"/>
            </a:pPr>
            <a:r>
              <a:t>Группа: н-ИСТ-б-о-23-1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Усачёв Богдан Максимович — участник</a:t>
            </a:r>
          </a:p>
          <a:p>
            <a:pPr lvl="1">
              <a:defRPr sz="1600"/>
            </a:pPr>
            <a:r>
              <a:t>Группа: н-ИСТ-б-о-23-1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Сосенко Валентин Евгеньевич — участник</a:t>
            </a:r>
          </a:p>
          <a:p>
            <a:pPr lvl="1">
              <a:defRPr sz="1600"/>
            </a:pPr>
            <a:r>
              <a:t>Группа: н-ИСТ-б-о-23-1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Целевая аудитория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Студенты СКФУ</a:t>
            </a:r>
          </a:p>
          <a:p>
            <a:pPr lvl="1">
              <a:defRPr sz="1600"/>
            </a:pPr>
            <a:r>
              <a:t>Хотят быстро находить мероприятия и регистрироваться</a:t>
            </a:r>
          </a:p>
          <a:p>
            <a:pPr lvl="1">
              <a:defRPr sz="1600"/>
            </a:pPr>
            <a:r>
              <a:t>Нуждаются в напоминаниях о событиях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Организаторы мероприятий</a:t>
            </a:r>
          </a:p>
          <a:p>
            <a:pPr lvl="1">
              <a:defRPr sz="1600"/>
            </a:pPr>
            <a:r>
              <a:t>Нуждаются в инструментах учёта участников</a:t>
            </a:r>
          </a:p>
          <a:p>
            <a:pPr lvl="1">
              <a:defRPr sz="1600"/>
            </a:pPr>
            <a:r>
              <a:t>Хотят автоматизировать контроль посещаемости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Администрация университета</a:t>
            </a:r>
          </a:p>
          <a:p>
            <a:pPr lvl="1">
              <a:defRPr sz="1600"/>
            </a:pPr>
            <a:r>
              <a:t>Нуждается в аналитике вовлечённости студентов</a:t>
            </a:r>
          </a:p>
          <a:p>
            <a:pPr lvl="1">
              <a:defRPr sz="1600"/>
            </a:pPr>
            <a:r>
              <a:t>Хочет видеть эффективность мероприятий по институтам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Регистрация разрознена: Google Forms, ВК, сайт, онлайн-формы</a:t>
            </a:r>
          </a:p>
          <a:p>
            <a:pPr>
              <a:defRPr sz="1600"/>
            </a:pPr>
            <a:r>
              <a:t>Посещаемость — бумажные списки и ручной ввод в таблицы</a:t>
            </a:r>
          </a:p>
          <a:p>
            <a:pPr>
              <a:defRPr sz="1600"/>
            </a:pPr>
            <a:r>
              <a:t>Дублирование информации и потеря данных</a:t>
            </a:r>
          </a:p>
          <a:p>
            <a:pPr>
              <a:defRPr sz="1600"/>
            </a:pPr>
            <a:r>
              <a:t>Невозможно анализировать эффективность мероприятий</a:t>
            </a:r>
          </a:p>
          <a:p>
            <a:pPr>
              <a:defRPr sz="1600"/>
            </a:pPr>
            <a:r>
              <a:t>Студенты не получают напоминания о событиях</a:t>
            </a:r>
          </a:p>
          <a:p>
            <a:pPr>
              <a:defRPr sz="1600"/>
            </a:pPr>
            <a:r>
              <a:t>Нет единого цифрового инструмента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Решение — NCFU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Единый сервис в мессенджере MAX</a:t>
            </a:r>
          </a:p>
          <a:p>
            <a:pPr>
              <a:defRPr sz="1600"/>
            </a:pPr>
            <a:r>
              <a:t>Мини-приложение + чат-бот в одном решении</a:t>
            </a:r>
          </a:p>
          <a:p>
            <a:pPr>
              <a:defRPr sz="1600"/>
            </a:pPr>
            <a:r>
              <a:t>Регистрация и посещаемость через QR-коды</a:t>
            </a:r>
          </a:p>
          <a:p>
            <a:pPr>
              <a:defRPr sz="1600"/>
            </a:pPr>
            <a:r>
              <a:t>Автоматические уведомления по расписанию</a:t>
            </a:r>
          </a:p>
          <a:p>
            <a:pPr>
              <a:defRPr sz="1600"/>
            </a:pPr>
            <a:r>
              <a:t>Аналитика и отчёты в реальном времени</a:t>
            </a:r>
          </a:p>
          <a:p>
            <a:pPr>
              <a:defRPr sz="1600"/>
            </a:pPr>
            <a:r>
              <a:t>Три роли: студент, организатор, администратор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Технические требования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defRPr sz="1400"/>
            </a:pPr>
            <a:r>
              <a:t>— Функциональные —</a:t>
            </a:r>
          </a:p>
          <a:p>
            <a:pPr>
              <a:defRPr sz="1400"/>
            </a:pPr>
            <a:r>
              <a:t>Регистрация на мероприятия</a:t>
            </a:r>
          </a:p>
          <a:p>
            <a:pPr>
              <a:defRPr sz="1400"/>
            </a:pPr>
            <a:r>
              <a:t>Генерация QR-кодов</a:t>
            </a:r>
          </a:p>
          <a:p>
            <a:pPr>
              <a:defRPr sz="1400"/>
            </a:pPr>
            <a:r>
              <a:t>Сканер посещаемости</a:t>
            </a:r>
          </a:p>
          <a:p>
            <a:pPr>
              <a:defRPr sz="1400"/>
            </a:pPr>
            <a:r>
              <a:t>Уведомления через бота</a:t>
            </a:r>
          </a:p>
          <a:p>
            <a:pPr>
              <a:defRPr sz="1400"/>
            </a:pPr>
            <a:r>
              <a:t>Формирование отчётов</a:t>
            </a:r>
          </a:p>
          <a:p>
            <a:pPr>
              <a:defRPr sz="1400"/>
            </a:pPr>
            <a:r>
              <a:t>Ролевой доступ (RBAC)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defRPr sz="1400"/>
            </a:pPr>
            <a:r>
              <a:t>— Нефункциональные —</a:t>
            </a:r>
          </a:p>
          <a:p>
            <a:pPr>
              <a:defRPr sz="1400"/>
            </a:pPr>
            <a:r>
              <a:t>Стабильность без сбоев</a:t>
            </a:r>
          </a:p>
          <a:p>
            <a:pPr>
              <a:defRPr sz="1400"/>
            </a:pPr>
            <a:r>
              <a:t>Интуитивный интерфейс</a:t>
            </a:r>
          </a:p>
          <a:p>
            <a:pPr>
              <a:defRPr sz="1400"/>
            </a:pPr>
            <a:r>
              <a:t>Горизонтальное масштабирование</a:t>
            </a:r>
          </a:p>
          <a:p>
            <a:pPr>
              <a:defRPr sz="1400"/>
            </a:pPr>
            <a:r>
              <a:t>Безопасность данных (HMAC)</a:t>
            </a:r>
          </a:p>
          <a:p>
            <a:pPr>
              <a:defRPr sz="1400"/>
            </a:pPr>
            <a:r>
              <a:t>Контейнеризация (Docker)</a:t>
            </a:r>
          </a:p>
          <a:p>
            <a:pPr>
              <a:defRPr sz="1400"/>
            </a:pPr>
            <a:r>
              <a:t>Документация (VitePress)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фичи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📱 Мини-приложение в MAX с авторизацией через InitData</a:t>
            </a:r>
          </a:p>
          <a:p>
            <a:pPr>
              <a:defRPr sz="1600"/>
            </a:pPr>
            <a:r>
              <a:t>🔑 QR-регистрация: админ создаёт → студент сканирует</a:t>
            </a:r>
          </a:p>
          <a:p>
            <a:pPr>
              <a:defRPr sz="1600"/>
            </a:pPr>
            <a:r>
              <a:t>📅 Каталог мероприятий с поиском и фильтрацией по типам</a:t>
            </a:r>
          </a:p>
          <a:p>
            <a:pPr>
              <a:defRPr sz="1600"/>
            </a:pPr>
            <a:r>
              <a:t>📲 QR-посещаемость: студент показывает → организатор сканирует</a:t>
            </a:r>
          </a:p>
          <a:p>
            <a:pPr>
              <a:defRPr sz="1600"/>
            </a:pPr>
            <a:r>
              <a:t>🤖 Бот: команды /start, /events + cron-уведомления</a:t>
            </a:r>
          </a:p>
          <a:p>
            <a:pPr>
              <a:defRPr sz="1600"/>
            </a:pPr>
            <a:r>
              <a:t>📊 Отчёты: посещаемость, заполняемость, статистика по типам</a:t>
            </a:r>
          </a:p>
          <a:p>
            <a:pPr>
              <a:defRPr sz="1600"/>
            </a:pPr>
            <a:r>
              <a:t>🌙 Тёмная и светлая тема с анимацией переключения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Frontend — Vue 3 + Vuetify 4 (SPA в MAX WebApp)</a:t>
            </a:r>
          </a:p>
          <a:p>
            <a:pPr>
              <a:defRPr sz="1600"/>
            </a:pPr>
            <a:r>
              <a:t>Backend — Fastify + TypeScript (REST API + Bot)</a:t>
            </a:r>
          </a:p>
          <a:p>
            <a:pPr>
              <a:defRPr sz="1600"/>
            </a:pPr>
            <a:r>
              <a:t>База данных — MariaDB + MikroORM</a:t>
            </a:r>
          </a:p>
          <a:p>
            <a:pPr>
              <a:defRPr sz="1600"/>
            </a:pPr>
            <a:r>
              <a:t>Бот — @maxhub/max-bot-api (long polling)</a:t>
            </a:r>
          </a:p>
          <a:p>
            <a:pPr>
              <a:defRPr sz="1600"/>
            </a:pPr>
            <a:r>
              <a:t>Уведомления — node-cron (планировщик)</a:t>
            </a:r>
          </a:p>
          <a:p>
            <a:pPr>
              <a:defRPr sz="1600"/>
            </a:pPr>
            <a:r>
              <a:t>Деплой — Docker + Nginx + Traefik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Масштабирование:</a:t>
            </a:r>
          </a:p>
          <a:p>
            <a:pPr lvl="1">
              <a:defRPr sz="1600"/>
            </a:pPr>
            <a:r>
              <a:t>Горизонтальное масштабирование через Docker Swarm / K8s</a:t>
            </a:r>
          </a:p>
          <a:p>
            <a:pPr lvl="1">
              <a:defRPr sz="1600"/>
            </a:pPr>
            <a:r>
              <a:t>Вынос бота в отдельный сервис при росте нагрузки</a:t>
            </a:r>
          </a:p>
          <a:p>
            <a:pPr lvl="1">
              <a:defRPr sz="1600"/>
            </a:pPr>
            <a:r>
              <a:t>Интеграция с внешними системами СКФУ (расписание, ЛК)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Технологический стек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defRPr sz="1400"/>
            </a:pPr>
            <a:r>
              <a:t>— Backend —</a:t>
            </a:r>
          </a:p>
          <a:p>
            <a:pPr>
              <a:defRPr sz="1400"/>
            </a:pPr>
            <a:r>
              <a:t>Node.js 24 + TypeScript</a:t>
            </a:r>
          </a:p>
          <a:p>
            <a:pPr>
              <a:defRPr sz="1400"/>
            </a:pPr>
            <a:r>
              <a:t>Fastify 5</a:t>
            </a:r>
          </a:p>
          <a:p>
            <a:pPr>
              <a:defRPr sz="1400"/>
            </a:pPr>
            <a:r>
              <a:t>MikroORM 7 + MariaDB</a:t>
            </a:r>
          </a:p>
          <a:p>
            <a:pPr>
              <a:defRPr sz="1400"/>
            </a:pPr>
            <a:r>
              <a:t>Zod (валидация)</a:t>
            </a:r>
          </a:p>
          <a:p>
            <a:pPr>
              <a:defRPr sz="1400"/>
            </a:pPr>
            <a:r>
              <a:t>Argon2 (хеширование)</a:t>
            </a:r>
          </a:p>
          <a:p>
            <a:pPr>
              <a:defRPr sz="1400"/>
            </a:pPr>
            <a:r>
              <a:t>@maxhub/max-bot-api</a:t>
            </a:r>
          </a:p>
          <a:p>
            <a:pPr>
              <a:defRPr sz="1400"/>
            </a:pPr>
            <a:r>
              <a:t>node-cron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defRPr sz="1400"/>
            </a:pPr>
            <a:r>
              <a:t>— Frontend —</a:t>
            </a:r>
          </a:p>
          <a:p>
            <a:pPr>
              <a:defRPr sz="1400"/>
            </a:pPr>
            <a:r>
              <a:t>Vue 3 (Composition API)</a:t>
            </a:r>
          </a:p>
          <a:p>
            <a:pPr>
              <a:defRPr sz="1400"/>
            </a:pPr>
            <a:r>
              <a:t>Vuetify 4 (Material Design)</a:t>
            </a:r>
          </a:p>
          <a:p>
            <a:pPr>
              <a:defRPr sz="1400"/>
            </a:pPr>
            <a:r>
              <a:t>Vite 8</a:t>
            </a:r>
          </a:p>
          <a:p>
            <a:pPr>
              <a:defRPr sz="1400"/>
            </a:pPr>
            <a:r>
              <a:t>Pinia 3</a:t>
            </a:r>
          </a:p>
          <a:p>
            <a:pPr>
              <a:defRPr sz="1400"/>
            </a:pPr>
            <a:r>
              <a:t>Vue Router 5 (файловый)</a:t>
            </a:r>
          </a:p>
          <a:p>
            <a:pPr>
              <a:defRPr sz="1400"/>
            </a:pPr>
            <a:r>
              <a:t>Axios + QRCode Vue3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Путь администратора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1. Создаёт институт</a:t>
            </a:r>
          </a:p>
          <a:p>
            <a:pPr>
              <a:defRPr sz="1500"/>
            </a:pPr>
            <a:r>
              <a:t>2. Добавляет студента</a:t>
            </a:r>
          </a:p>
          <a:p>
            <a:pPr>
              <a:defRPr sz="1500"/>
            </a:pPr>
            <a:r>
              <a:t>   (имя, группа, роль)</a:t>
            </a:r>
          </a:p>
          <a:p>
            <a:pPr>
              <a:defRPr sz="1500"/>
            </a:pPr>
            <a:r>
              <a:t>3. Получает QR-код</a:t>
            </a:r>
          </a:p>
          <a:p>
            <a:pPr>
              <a:defRPr sz="1500"/>
            </a:pPr>
            <a:r>
              <a:t>4. Передаёт QR студенту</a:t>
            </a:r>
          </a:p>
          <a:p>
            <a:pPr>
              <a:defRPr sz="1500"/>
            </a:pPr>
            <a:r>
              <a:t>5. Управляет типами</a:t>
            </a:r>
          </a:p>
          <a:p>
            <a:pPr>
              <a:defRPr sz="1500"/>
            </a:pPr>
            <a:r>
              <a:t>   мероприятий</a:t>
            </a:r>
          </a:p>
          <a:p>
            <a:pPr>
              <a:defRPr sz="1500"/>
            </a:pPr>
            <a:r>
              <a:t>6. Просматривает отчёты</a:t>
            </a:r>
          </a:p>
        </p:txBody>
      </p:sp>
      <p:pic>
        <p:nvPicPr>
          <p:cNvPr id="4" name="Picture 3" descr="admin-user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282846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Путь студента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1. Сканирует QR от админа</a:t>
            </a:r>
          </a:p>
          <a:p>
            <a:pPr>
              <a:defRPr sz="1500"/>
            </a:pPr>
            <a:r>
              <a:t>2. Аккаунт привязывается</a:t>
            </a:r>
          </a:p>
          <a:p>
            <a:pPr>
              <a:defRPr sz="1500"/>
            </a:pPr>
            <a:r>
              <a:t>3. Просматривает мероприятия</a:t>
            </a:r>
          </a:p>
          <a:p>
            <a:pPr>
              <a:defRPr sz="1500"/>
            </a:pPr>
            <a:r>
              <a:t>   с поиском и фильтрацией</a:t>
            </a:r>
          </a:p>
          <a:p>
            <a:pPr>
              <a:defRPr sz="1500"/>
            </a:pPr>
            <a:r>
              <a:t>4. Регистрируется на событие</a:t>
            </a:r>
          </a:p>
          <a:p>
            <a:pPr>
              <a:defRPr sz="1500"/>
            </a:pPr>
            <a:r>
              <a:t>5. Получает QR регистрации</a:t>
            </a:r>
          </a:p>
          <a:p>
            <a:pPr>
              <a:defRPr sz="1500"/>
            </a:pPr>
            <a:r>
              <a:t>6. Показывает QR организатору</a:t>
            </a:r>
          </a:p>
          <a:p>
            <a:pPr>
              <a:defRPr sz="1500"/>
            </a:pPr>
            <a:r>
              <a:t>7. Получает уведомления</a:t>
            </a:r>
          </a:p>
        </p:txBody>
      </p:sp>
      <p:pic>
        <p:nvPicPr>
          <p:cNvPr id="4" name="Picture 3" descr="student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279235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Путь организатора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1. Создаёт мероприятие</a:t>
            </a:r>
          </a:p>
          <a:p>
            <a:pPr>
              <a:defRPr sz="1500"/>
            </a:pPr>
            <a:r>
              <a:t>   (дата, место, вместимость)</a:t>
            </a:r>
          </a:p>
          <a:p>
            <a:pPr>
              <a:defRPr sz="1500"/>
            </a:pPr>
            <a:r>
              <a:t>2. Выбирает типы и цвет</a:t>
            </a:r>
          </a:p>
          <a:p>
            <a:pPr>
              <a:defRPr sz="1500"/>
            </a:pPr>
            <a:r>
              <a:t>3. Открывает QR-сканер</a:t>
            </a:r>
          </a:p>
          <a:p>
            <a:pPr>
              <a:defRPr sz="1500"/>
            </a:pPr>
            <a:r>
              <a:t>4. Сканирует QR студентов</a:t>
            </a:r>
          </a:p>
          <a:p>
            <a:pPr>
              <a:defRPr sz="1500"/>
            </a:pPr>
            <a:r>
              <a:t>   → отметка посещения</a:t>
            </a:r>
          </a:p>
          <a:p>
            <a:pPr>
              <a:defRPr sz="1500"/>
            </a:pPr>
            <a:r>
              <a:t>5. Участники получают</a:t>
            </a:r>
          </a:p>
          <a:p>
            <a:pPr>
              <a:defRPr sz="1500"/>
            </a:pPr>
            <a:r>
              <a:t>   уведомления об обновлениях</a:t>
            </a:r>
          </a:p>
          <a:p>
            <a:pPr>
              <a:defRPr sz="1500"/>
            </a:pPr>
            <a:r>
              <a:t>6. Просматривает отчёты</a:t>
            </a:r>
          </a:p>
        </p:txBody>
      </p:sp>
      <p:pic>
        <p:nvPicPr>
          <p:cNvPr id="4" name="Picture 3" descr="organizer-sc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283584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Бот MAX и уведомления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Команды:</a:t>
            </a:r>
          </a:p>
          <a:p>
            <a:pPr lvl="1">
              <a:defRPr sz="1600"/>
            </a:pPr>
            <a:r>
              <a:t>  /start — приветствие</a:t>
            </a:r>
          </a:p>
          <a:p>
            <a:pPr lvl="1">
              <a:defRPr sz="1600"/>
            </a:pPr>
            <a:r>
              <a:t>  /events — предстоящие мероприятия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Cron-уведомления:</a:t>
            </a:r>
          </a:p>
          <a:p>
            <a:pPr lvl="1">
              <a:defRPr sz="1600"/>
            </a:pPr>
            <a:r>
              <a:t>  7:00 МСК — утреннее напоминание</a:t>
            </a:r>
          </a:p>
          <a:p>
            <a:pPr lvl="1">
              <a:defRPr sz="1600"/>
            </a:pPr>
            <a:r>
              <a:t>  За 30 минут — напоминание перед началом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Мгновенное уведомление при обновлении</a:t>
            </a:r>
          </a:p>
          <a:p>
            <a:pPr>
              <a:defRPr sz="1600"/>
            </a:pPr>
            <a:r>
              <a:t>Настройка вкл/выкл в профиле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Безопасность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Авторизация через InitData мессенджера MAX</a:t>
            </a:r>
          </a:p>
          <a:p>
            <a:pPr>
              <a:defRPr sz="1600"/>
            </a:pPr>
            <a:r>
              <a:t>Валидация подписи HMAC-SHA256</a:t>
            </a:r>
          </a:p>
          <a:p>
            <a:pPr>
              <a:defRPr sz="1600"/>
            </a:pPr>
            <a:r>
              <a:t>Ролевой контроль доступа (RBAC)</a:t>
            </a:r>
          </a:p>
          <a:p>
            <a:pPr>
              <a:defRPr sz="1600"/>
            </a:pPr>
            <a:r>
              <a:t>Валидация данных через Zod</a:t>
            </a:r>
          </a:p>
          <a:p>
            <a:pPr>
              <a:defRPr sz="1600"/>
            </a:pPr>
            <a:r>
              <a:t>CORS + Helmet + Rate Limiting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Востребованность решения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СКФУ проводит сотни мероприятий ежегодно</a:t>
            </a:r>
          </a:p>
          <a:p>
            <a:pPr>
              <a:defRPr sz="1600"/>
            </a:pPr>
            <a:r>
              <a:t>Более 40 000 студентов — потенциальные пользователи</a:t>
            </a:r>
          </a:p>
          <a:p>
            <a:pPr>
              <a:defRPr sz="1600"/>
            </a:pPr>
            <a:r>
              <a:t>Текущий процесс: Google Forms + бумажные списки</a:t>
            </a:r>
          </a:p>
          <a:p>
            <a:pPr>
              <a:defRPr sz="1600"/>
            </a:pPr>
            <a:r>
              <a:t>Мессенджер MAX набирает популярность в России</a:t>
            </a:r>
          </a:p>
          <a:p>
            <a:pPr>
              <a:defRPr sz="1600"/>
            </a:pPr>
            <a:r>
              <a:t>Мини-приложения в мессенджерах — тренд автоматизации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Аналоги:</a:t>
            </a:r>
          </a:p>
          <a:p>
            <a:pPr lvl="1">
              <a:defRPr sz="1600"/>
            </a:pPr>
            <a:r>
              <a:t>Timepad, Leader-ID — не интегрированы в мессенджер</a:t>
            </a:r>
          </a:p>
          <a:p>
            <a:pPr lvl="1">
              <a:defRPr sz="1600"/>
            </a:pPr>
            <a:r>
              <a:t>Telegram-боты вузов — нет мини-приложений и QR</a:t>
            </a:r>
          </a:p>
          <a:p>
            <a:pPr lvl="1">
              <a:defRPr sz="1600"/>
            </a:pPr>
            <a:r>
              <a:t>Наше решение — единый сервис внутри MAX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✅ Полный цикл: регистрация → посещение</a:t>
            </a:r>
          </a:p>
          <a:p>
            <a:pPr>
              <a:defRPr sz="1600"/>
            </a:pPr>
            <a:r>
              <a:t>✅ Три роли с отдельными интерфейсами</a:t>
            </a:r>
          </a:p>
          <a:p>
            <a:pPr>
              <a:defRPr sz="1600"/>
            </a:pPr>
            <a:r>
              <a:t>✅ QR-коды для регистрации и посещаемости</a:t>
            </a:r>
          </a:p>
          <a:p>
            <a:pPr>
              <a:defRPr sz="1600"/>
            </a:pPr>
            <a:r>
              <a:t>✅ Бот с уведомлениями по расписанию</a:t>
            </a:r>
          </a:p>
          <a:p>
            <a:pPr>
              <a:defRPr sz="1600"/>
            </a:pPr>
            <a:r>
              <a:t>✅ Аналитика и отчёты</a:t>
            </a:r>
          </a:p>
          <a:p>
            <a:pPr>
              <a:defRPr sz="1600"/>
            </a:pPr>
            <a:r>
              <a:t>✅ Docker-деплой + VitePress-документация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0</Words>
  <Application>Microsoft Office PowerPoint</Application>
  <PresentationFormat>Широкоэкранный</PresentationFormat>
  <Paragraphs>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Andrew</dc:creator>
  <cp:lastModifiedBy>Andrew</cp:lastModifiedBy>
  <cp:revision>12</cp:revision>
  <dcterms:created xsi:type="dcterms:W3CDTF">2026-04-13T13:05:42Z</dcterms:created>
  <dcterms:modified xsi:type="dcterms:W3CDTF">2026-04-14T05:57:00Z</dcterms:modified>
</cp:coreProperties>
</file>