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0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26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43737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7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1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93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7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97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75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8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0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568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5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NCFU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Система учёта мероприятий и посещаемости СКФУ</a:t>
            </a:r>
          </a:p>
          <a:p/>
          <a:p>
            <a:r>
              <a:t>Команда «Фермеры»</a:t>
            </a:r>
          </a:p>
          <a:p>
            <a:r>
              <a:t>Кейс: Регистрация и учёт мероприятий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 «Фермеры»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Мангушев Максим Андреевич — капитан</a:t>
            </a:r>
          </a:p>
          <a:p>
            <a:pPr lvl="1">
              <a:defRPr sz="1600"/>
            </a:pPr>
            <a:r>
              <a:t>Группа: н-ИСТ-б-о-23-1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Усачёв Богдан Максимович — участник</a:t>
            </a:r>
          </a:p>
          <a:p>
            <a:pPr lvl="1">
              <a:defRPr sz="1600"/>
            </a:pPr>
            <a:r>
              <a:t>Группа: н-ИСТ-б-о-23-1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Сосенко Валентин Евгеньевич — участник</a:t>
            </a:r>
          </a:p>
          <a:p>
            <a:pPr lvl="1">
              <a:defRPr sz="1600"/>
            </a:pPr>
            <a:r>
              <a:t>Группа: н-ИСТ-б-о-23-1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Учёт мероприятий ведётся вручную</a:t>
            </a:r>
          </a:p>
          <a:p>
            <a:pPr>
              <a:defRPr sz="1600"/>
            </a:pPr>
            <a:r>
              <a:t>Нет единой системы регистрации на события</a:t>
            </a:r>
          </a:p>
          <a:p>
            <a:pPr>
              <a:defRPr sz="1600"/>
            </a:pPr>
            <a:r>
              <a:t>Организаторы тратят время на перекличку</a:t>
            </a:r>
          </a:p>
          <a:p>
            <a:pPr>
              <a:defRPr sz="1600"/>
            </a:pPr>
            <a:r>
              <a:t>Студенты не получают напоминания</a:t>
            </a:r>
          </a:p>
          <a:p>
            <a:pPr>
              <a:defRPr sz="1600"/>
            </a:pPr>
            <a:r>
              <a:t>Отсутствует аналитика по посещаемости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 — NCFU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Веб-приложение внутри мессенджера MAX</a:t>
            </a:r>
          </a:p>
          <a:p>
            <a:pPr>
              <a:defRPr sz="1600"/>
            </a:pPr>
            <a:r>
              <a:t>Регистрация через QR-коды</a:t>
            </a:r>
          </a:p>
          <a:p>
            <a:pPr>
              <a:defRPr sz="1600"/>
            </a:pPr>
            <a:r>
              <a:t>Отметка посещаемости через сканер</a:t>
            </a:r>
          </a:p>
          <a:p>
            <a:pPr>
              <a:defRPr sz="1600"/>
            </a:pPr>
            <a:r>
              <a:t>Уведомления через бота</a:t>
            </a:r>
          </a:p>
          <a:p>
            <a:pPr>
              <a:defRPr sz="1600"/>
            </a:pPr>
            <a:r>
              <a:t>Аналитика и отчёты</a:t>
            </a:r>
          </a:p>
          <a:p>
            <a:pPr>
              <a:defRPr sz="1600"/>
            </a:pPr>
            <a:r>
              <a:t>Три роли: студент, организатор, администратор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Frontend — Vue 3 + Vuetify 4 (SPA в MAX WebApp)</a:t>
            </a:r>
          </a:p>
          <a:p>
            <a:pPr>
              <a:defRPr sz="1600"/>
            </a:pPr>
            <a:r>
              <a:t>Backend — Fastify + TypeScript (REST API + Bot)</a:t>
            </a:r>
          </a:p>
          <a:p>
            <a:pPr>
              <a:defRPr sz="1600"/>
            </a:pPr>
            <a:r>
              <a:t>База данных — MariaDB + MikroORM</a:t>
            </a:r>
          </a:p>
          <a:p>
            <a:pPr>
              <a:defRPr sz="1600"/>
            </a:pPr>
            <a:r>
              <a:t>Бот — @maxhub/max-bot-api (long polling)</a:t>
            </a:r>
          </a:p>
          <a:p>
            <a:pPr>
              <a:defRPr sz="1600"/>
            </a:pPr>
            <a:r>
              <a:t>Уведомления — node-cron (планировщик)</a:t>
            </a:r>
          </a:p>
          <a:p>
            <a:pPr>
              <a:defRPr sz="1600"/>
            </a:pPr>
            <a:r>
              <a:t>Деплой — Docker + Nginx + Traefik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defRPr sz="1400"/>
            </a:pPr>
            <a:r>
              <a:t>— Backend —</a:t>
            </a:r>
          </a:p>
          <a:p>
            <a:pPr>
              <a:defRPr sz="1400"/>
            </a:pPr>
            <a:r>
              <a:t>Node.js 24 + TypeScript</a:t>
            </a:r>
          </a:p>
          <a:p>
            <a:pPr>
              <a:defRPr sz="1400"/>
            </a:pPr>
            <a:r>
              <a:t>Fastify 5</a:t>
            </a:r>
          </a:p>
          <a:p>
            <a:pPr>
              <a:defRPr sz="1400"/>
            </a:pPr>
            <a:r>
              <a:t>MikroORM 7 + MariaDB</a:t>
            </a:r>
          </a:p>
          <a:p>
            <a:pPr>
              <a:defRPr sz="1400"/>
            </a:pPr>
            <a:r>
              <a:t>Zod (валидация)</a:t>
            </a:r>
          </a:p>
          <a:p>
            <a:pPr>
              <a:defRPr sz="1400"/>
            </a:pPr>
            <a:r>
              <a:t>Argon2 (хеширование)</a:t>
            </a:r>
          </a:p>
          <a:p>
            <a:pPr>
              <a:defRPr sz="1400"/>
            </a:pPr>
            <a:r>
              <a:t>@maxhub/max-bot-api</a:t>
            </a:r>
          </a:p>
          <a:p>
            <a:pPr>
              <a:defRPr sz="1400"/>
            </a:pPr>
            <a:r>
              <a:t>node-cron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defRPr sz="1400"/>
            </a:pPr>
            <a:r>
              <a:t>— Frontend —</a:t>
            </a:r>
          </a:p>
          <a:p>
            <a:pPr>
              <a:defRPr sz="1400"/>
            </a:pPr>
            <a:r>
              <a:t>Vue 3 (Composition API)</a:t>
            </a:r>
          </a:p>
          <a:p>
            <a:pPr>
              <a:defRPr sz="1400"/>
            </a:pPr>
            <a:r>
              <a:t>Vuetify 4 (Material Design)</a:t>
            </a:r>
          </a:p>
          <a:p>
            <a:pPr>
              <a:defRPr sz="1400"/>
            </a:pPr>
            <a:r>
              <a:t>Vite 8</a:t>
            </a:r>
          </a:p>
          <a:p>
            <a:pPr>
              <a:defRPr sz="1400"/>
            </a:pPr>
            <a:r>
              <a:t>Pinia 3</a:t>
            </a:r>
          </a:p>
          <a:p>
            <a:pPr>
              <a:defRPr sz="1400"/>
            </a:pPr>
            <a:r>
              <a:t>Vue Router 5 (файловый)</a:t>
            </a:r>
          </a:p>
          <a:p>
            <a:pPr>
              <a:defRPr sz="1400"/>
            </a:pPr>
            <a:r>
              <a:t>Axios + QRCode Vue3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Путь администратора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1. Создаёт институт</a:t>
            </a:r>
          </a:p>
          <a:p>
            <a:pPr>
              <a:defRPr sz="1500"/>
            </a:pPr>
            <a:r>
              <a:t>2. Добавляет студента</a:t>
            </a:r>
          </a:p>
          <a:p>
            <a:pPr>
              <a:defRPr sz="1500"/>
            </a:pPr>
            <a:r>
              <a:t>   (имя, группа, роль)</a:t>
            </a:r>
          </a:p>
          <a:p>
            <a:pPr>
              <a:defRPr sz="1500"/>
            </a:pPr>
            <a:r>
              <a:t>3. Получает QR-код</a:t>
            </a:r>
          </a:p>
          <a:p>
            <a:pPr>
              <a:defRPr sz="1500"/>
            </a:pPr>
            <a:r>
              <a:t>4. Передаёт QR студенту</a:t>
            </a:r>
          </a:p>
          <a:p>
            <a:pPr>
              <a:defRPr sz="1500"/>
            </a:pPr>
            <a:r>
              <a:t>5. Управляет типами</a:t>
            </a:r>
          </a:p>
          <a:p>
            <a:pPr>
              <a:defRPr sz="1500"/>
            </a:pPr>
            <a:r>
              <a:t>   мероприятий</a:t>
            </a:r>
          </a:p>
          <a:p>
            <a:pPr>
              <a:defRPr sz="1500"/>
            </a:pPr>
            <a:r>
              <a:t>6. Просматривает отчёты</a:t>
            </a:r>
          </a:p>
        </p:txBody>
      </p:sp>
      <p:pic>
        <p:nvPicPr>
          <p:cNvPr id="4" name="Picture 3" descr="admin-user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82846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Путь студента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1. Сканирует QR от админа</a:t>
            </a:r>
          </a:p>
          <a:p>
            <a:pPr>
              <a:defRPr sz="1500"/>
            </a:pPr>
            <a:r>
              <a:t>2. Аккаунт привязывается</a:t>
            </a:r>
          </a:p>
          <a:p>
            <a:pPr>
              <a:defRPr sz="1500"/>
            </a:pPr>
            <a:r>
              <a:t>3. Просматривает мероприятия</a:t>
            </a:r>
          </a:p>
          <a:p>
            <a:pPr>
              <a:defRPr sz="1500"/>
            </a:pPr>
            <a:r>
              <a:t>   с поиском и фильтрацией</a:t>
            </a:r>
          </a:p>
          <a:p>
            <a:pPr>
              <a:defRPr sz="1500"/>
            </a:pPr>
            <a:r>
              <a:t>4. Регистрируется на событие</a:t>
            </a:r>
          </a:p>
          <a:p>
            <a:pPr>
              <a:defRPr sz="1500"/>
            </a:pPr>
            <a:r>
              <a:t>5. Получает QR регистрации</a:t>
            </a:r>
          </a:p>
          <a:p>
            <a:pPr>
              <a:defRPr sz="1500"/>
            </a:pPr>
            <a:r>
              <a:t>6. Показывает QR организатору</a:t>
            </a:r>
          </a:p>
          <a:p>
            <a:pPr>
              <a:defRPr sz="1500"/>
            </a:pPr>
            <a:r>
              <a:t>7. Получает уведомления</a:t>
            </a:r>
          </a:p>
        </p:txBody>
      </p:sp>
      <p:pic>
        <p:nvPicPr>
          <p:cNvPr id="4" name="Picture 3" descr="studen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79235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Путь организатора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1. Создаёт мероприятие</a:t>
            </a:r>
          </a:p>
          <a:p>
            <a:pPr>
              <a:defRPr sz="1500"/>
            </a:pPr>
            <a:r>
              <a:t>   (дата, место, вместимость)</a:t>
            </a:r>
          </a:p>
          <a:p>
            <a:pPr>
              <a:defRPr sz="1500"/>
            </a:pPr>
            <a:r>
              <a:t>2. Выбирает типы и цвет</a:t>
            </a:r>
          </a:p>
          <a:p>
            <a:pPr>
              <a:defRPr sz="1500"/>
            </a:pPr>
            <a:r>
              <a:t>3. Открывает QR-сканер</a:t>
            </a:r>
          </a:p>
          <a:p>
            <a:pPr>
              <a:defRPr sz="1500"/>
            </a:pPr>
            <a:r>
              <a:t>4. Сканирует QR студентов</a:t>
            </a:r>
          </a:p>
          <a:p>
            <a:pPr>
              <a:defRPr sz="1500"/>
            </a:pPr>
            <a:r>
              <a:t>   → отметка посещения</a:t>
            </a:r>
          </a:p>
          <a:p>
            <a:pPr>
              <a:defRPr sz="1500"/>
            </a:pPr>
            <a:r>
              <a:t>5. Участники получают</a:t>
            </a:r>
          </a:p>
          <a:p>
            <a:pPr>
              <a:defRPr sz="1500"/>
            </a:pPr>
            <a:r>
              <a:t>   уведомления об обновлениях</a:t>
            </a:r>
          </a:p>
          <a:p>
            <a:pPr>
              <a:defRPr sz="1500"/>
            </a:pPr>
            <a:r>
              <a:t>6. Просматривает отчёты</a:t>
            </a:r>
          </a:p>
        </p:txBody>
      </p:sp>
      <p:pic>
        <p:nvPicPr>
          <p:cNvPr id="4" name="Picture 3" descr="organizer-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83584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Бот MAX и уведомления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Команды:</a:t>
            </a:r>
          </a:p>
          <a:p>
            <a:pPr lvl="1">
              <a:defRPr sz="1600"/>
            </a:pPr>
            <a:r>
              <a:t>  /start — приветствие</a:t>
            </a:r>
          </a:p>
          <a:p>
            <a:pPr lvl="1">
              <a:defRPr sz="1600"/>
            </a:pPr>
            <a:r>
              <a:t>  /events — предстоящие мероприятия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Cron-уведомления:</a:t>
            </a:r>
          </a:p>
          <a:p>
            <a:pPr lvl="1">
              <a:defRPr sz="1600"/>
            </a:pPr>
            <a:r>
              <a:t>  7:00 МСК — утреннее напоминание</a:t>
            </a:r>
          </a:p>
          <a:p>
            <a:pPr lvl="1">
              <a:defRPr sz="1600"/>
            </a:pPr>
            <a:r>
              <a:t>  За 30 минут — напоминание перед началом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Мгновенное уведомление при обновлении</a:t>
            </a:r>
          </a:p>
          <a:p>
            <a:pPr>
              <a:defRPr sz="1600"/>
            </a:pPr>
            <a:r>
              <a:t>Настройка вкл/выкл в профиле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Авторизация через InitData мессенджера MAX</a:t>
            </a:r>
          </a:p>
          <a:p>
            <a:pPr>
              <a:defRPr sz="1600"/>
            </a:pPr>
            <a:r>
              <a:t>Валидация подписи HMAC-SHA256</a:t>
            </a:r>
          </a:p>
          <a:p>
            <a:pPr>
              <a:defRPr sz="1600"/>
            </a:pPr>
            <a:r>
              <a:t>Ролевой контроль доступа (RBAC)</a:t>
            </a:r>
          </a:p>
          <a:p>
            <a:pPr>
              <a:defRPr sz="1600"/>
            </a:pPr>
            <a:r>
              <a:t>Валидация данных через Zod</a:t>
            </a:r>
          </a:p>
          <a:p>
            <a:pPr>
              <a:defRPr sz="1600"/>
            </a:pPr>
            <a:r>
              <a:t>CORS + Helmet + Rate Limiting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✅ Полный цикл: регистрация → посещение</a:t>
            </a:r>
          </a:p>
          <a:p>
            <a:pPr>
              <a:defRPr sz="1600"/>
            </a:pPr>
            <a:r>
              <a:t>✅ Три роли с отдельными интерфейсами</a:t>
            </a:r>
          </a:p>
          <a:p>
            <a:pPr>
              <a:defRPr sz="1600"/>
            </a:pPr>
            <a:r>
              <a:t>✅ QR-коды для регистрации и посещаемости</a:t>
            </a:r>
          </a:p>
          <a:p>
            <a:pPr>
              <a:defRPr sz="1600"/>
            </a:pPr>
            <a:r>
              <a:t>✅ Бот с уведомлениями по расписанию</a:t>
            </a:r>
          </a:p>
          <a:p>
            <a:pPr>
              <a:defRPr sz="1600"/>
            </a:pPr>
            <a:r>
              <a:t>✅ Аналитика и отчёты</a:t>
            </a:r>
          </a:p>
          <a:p>
            <a:pPr>
              <a:defRPr sz="1600"/>
            </a:pPr>
            <a:r>
              <a:t>✅ Docker-деплой + документация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Andrew</dc:creator>
  <cp:lastModifiedBy>Andrew</cp:lastModifiedBy>
  <cp:revision>12</cp:revision>
  <dcterms:created xsi:type="dcterms:W3CDTF">2026-04-13T13:05:42Z</dcterms:created>
  <dcterms:modified xsi:type="dcterms:W3CDTF">2026-04-14T05:57:00Z</dcterms:modified>
</cp:coreProperties>
</file>